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RECEIVE, WHO CONSUMES IT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Deliverables and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143000"/>
            <a:ext cx="310896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143000"/>
            <a:ext cx="39620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CLIENT-FACING?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dashboard/  (React + nginx)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Executive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1F8A4F"/>
                </a:solidFill>
                <a:latin typeface="Calibri"/>
              </a:rPr>
              <a:t>● 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Yes — primary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0574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scoring-api  /v1/score, /v1/explain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574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Their backend / SA360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show via curl / Postman on slide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56032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reconciliation  /reconciliation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6032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Powers the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56032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invisible to client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06324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6324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SA360 / SSGTM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6324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Backend, no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56616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breaker-automation, ml-pipeline, bounds-calibration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6616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Internal / scheduled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6908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690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mcp-servers/scoring-mcp, mlops-mcp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0690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Agent tooling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Not client-facing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54864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5720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Dataform models, BigQuery 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5720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Analyst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5720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D9730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Available in Looker Studio as a second visual artefact (optional)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18464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B7380"/>
                </a:solidFill>
                <a:latin typeface="Calibri"/>
              </a:rPr>
              <a:t>Nothing else in the repository is a runnable demo. The dashboard plus a handful of API calls against the scoring service is the complete client-facing surface.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PREDICTIVE RPC ESTIMATOR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7" y="1051560"/>
            <a:ext cx="9471660" cy="5166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