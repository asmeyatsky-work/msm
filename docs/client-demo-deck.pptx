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 — CREDIT CARDS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for Credit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Credit Cards leadership +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2026-05-19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VERTICAL, WHY THIS QUARTER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 — Credit Cards,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Flat target-CPA wastes spend on the clicks that matter most.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333F52"/>
                </a:solidFill>
                <a:latin typeface="Calibri"/>
              </a:rPr>
              <a:t>Every Credit Cards click is priced the same. The whales — high-value applicants who'd convert at 3× the bid — are under-paid for and lost to rivals. The minnows are over-paid for. You only see the cost 90 days later when the ledger reconciles.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Why Credit Cards, why now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Near-term commercial pressure on the channel — first vertical to repay the platform investment.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 coverage rising 50% → 80% by end-June; the model retrains and canary-deploys as coverage climbs.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Lower regulatory risk than Car Insurance: bid-optimisation only, no customer-decisioning surface — the FCA boundary is enforced in the platform (ADR 0004).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What a predictive bid layer changes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Bid the click likely to convert,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Detect campaign degradation before it shows up in revenue — per-segment drift alerts week-over-week.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Explain every prediction in plain English — auditable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LIVE ON GOOGLE CLOUD STAGING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we've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Surfaces (what you see)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Executive dashboard — KPIs in £, 90-day default, product-type filter, coverage-audit panel, active-versions panel.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Hero before/after — same click, flat-tCPA vs value-based bid vs the £ difference, with a running session counter.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Phoebe journey — animated 6-step replay of a user's intent building up, with the bid following 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Live prediction card — CC-shaped form; plain-English SHAP explanation under every prediction.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Designed-against tile — three common failure modes, mapped to the platform mitigation.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REST API — same predictions for SA360 / SSGTM / OCI.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1430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Underneath (what's running)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scoring-api (Rust on Cloud Run) — p95 &lt; 1 second, kill-switch flag, circuit breaker, bounds → fallback.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Vertex AI online endpoint — XGBoost regressor, native SHAP explainability, canary traffic-split for rollout.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Reconciliation — BigQuery view joins predictions to the 90-day sales ledger; coverage_audit slices the gaps.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Dataform: phoebe_features, residuals_by_segment, drift_breaches_weekly, coverage_drops_weekly.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Drift + coverage-drop alerts — Cloud Monitoring policies fire on the dimensions that matter for CC.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CD: tag push → build → push → terraform apply → smoke. Rollback is a single Vertex traffic-split.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585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91440"/>
          <a:lstStyle/>
          <a:p>
            <a:pPr algn="ctr"/>
            <a:r>
              <a:rPr sz="1000" b="0" i="0">
                <a:solidFill>
                  <a:srgbClr val="F4F6FA"/>
                </a:solidFill>
                <a:latin typeface="Calibri"/>
              </a:rPr>
              <a:t>europe-west2 (London)  ·  managed services only  ·  no client infrastructure to operate  ·  </a:t>
            </a:r>
            <a:r>
              <a:rPr sz="1000" b="1" i="0">
                <a:solidFill>
                  <a:srgbClr val="D97306"/>
                </a:solidFill>
                <a:latin typeface="Calibri"/>
              </a:rPr>
              <a:t>https://dashboard-staging-794974391956.europe-west2.run.app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CREDIT CARDS STACK ON GOOGLE CLOUD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90723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CM360 click stream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Pub/Sub → BigQuery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Sales ledger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BigQuery, multi-stage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GA4 events (Phoebe)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Daily BigQuery export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81883.75" y="3634740.0"/>
            <a:ext cx="314960.0" cy="0.0"/>
          </a:xfrm>
          <a:prstGeom prst="bentConnector3">
            <a:avLst/>
          </a:prstGeom>
          <a:ln w="25400">
            <a:solidFill>
              <a:srgbClr val="6B73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22243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243" y="1097280"/>
            <a:ext cx="2590723" cy="45720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03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REAL-TIME HOT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9403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scoring-api (Rust, Cloud Run)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p95 &lt; 1s, /v1/score + /v1/explain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9403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Safety net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Bounds, breaker, kill switch, anomaly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9403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Vertex AI endpoint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XGBoost + native SHAP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9403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Feature store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Phoebe lookup at scoring time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38367.5" y="3634740.0"/>
            <a:ext cx="314960.0" cy="0.0"/>
          </a:xfrm>
          <a:prstGeom prst="bentConnector3">
            <a:avLst/>
          </a:prstGeom>
          <a:ln w="25400">
            <a:solidFill>
              <a:srgbClr val="6B73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78727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097280"/>
            <a:ext cx="2590723" cy="4572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RECONCILIATION +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5887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BigQuery views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predictions_vs_revenue, coverage_audit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5887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Dataform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residuals_by_segment, drift_breaches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5887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ml-pipeline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Vertex Pipelines retrain on tag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15887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breach_emitter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Daily scheduler → log → alerts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94851.25" y="3634740.0"/>
            <a:ext cx="314960.0" cy="0.0"/>
          </a:xfrm>
          <a:prstGeom prst="bentConnector3">
            <a:avLst/>
          </a:prstGeom>
          <a:ln w="25400">
            <a:solidFill>
              <a:srgbClr val="6B73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211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211" y="1097280"/>
            <a:ext cx="2590723" cy="45720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371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SURFACES + ACTIVATION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371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Executive dashboard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React + nginx on Cloud 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371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Activation API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SA360 / SSGTM / OCI push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72371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Cloud Monitoring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333F52"/>
                </a:solidFill>
                <a:latin typeface="Calibri"/>
              </a:rPr>
              <a:t>6 alert policies → on-call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SEVEN BEATS, ONE URL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1. KPIs + product-type filter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Five KPIs in £; 90-day default window; product-type filter re-segments the chart instantly.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2. Coverage panel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Bar chart per product slice; red bars are slices below 60% — the slices that need ingestion backfill before retraining. This is how we answer the 50% question, slice by slice.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3. Hero before/after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Same click, three cards: flat tCPA target, value-based bid (predicted RPC × bid efficiency), the £ difference. Session counter accumulates across every prediction the audience fires.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4. Live prediction card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Form in CC language — product type, calculator used, guides read, cards compared, time engaged. Press Predict — pipeline trace lights up live: validate → guardrails → Vertex → BigQuery → SHAP.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1430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5. Phoebe journey — bouncer with a crystal ball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Press Play. A user moves through six steps (search → page → calculator → guides → compare-5 → click). The bid ticks up under each step. A lift pill shows the £ delta from first to last.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6. Why the model said that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Horizontal-bar SHAP attribution under every prediction. Plain-English names. Auditable for finance and compliance — ADR 0004 blocks these signals from reaching customer terms.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7. Designed-against + verticals roadmap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33F52"/>
                </a:solidFill>
                <a:latin typeface="Calibri"/>
              </a:rPr>
              <a:t>Three failure modes named on screen, each mapped to where the platform pushes back. Five-vertical roadmap: CC live, Loans next, then Home / Life / Mortgages.</a:t>
            </a:r>
          </a:p>
          <a:p>
            <a:pPr>
              <a:lnSpc>
                <a:spcPct val="115000"/>
              </a:lnSpc>
            </a:pPr>
            <a:r>
              <a:rPr sz="900" b="0" i="1">
                <a:solidFill>
                  <a:srgbClr val="6B7380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EVALUATED, AND WHAT WE CHOSE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Why these technology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Hot path — Rust on Cloud Run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Latency budget: p95 ≤ 1.5 s end-to-end; Vertex AI predict dominates ~700 ms. Rust leaves the rest for the safety-net with zero GC jitter.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Considered Go and Python; both leave less headroom and complicate the breaker's idempotency.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Model — XGBoost on Vertex AI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Feature space is tabular, ~11 columns. GBDT is the empirical leader for tabular regression at this scale.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Native SHAP via Vertex explanationSpec — /v1/explain is free; deep models need a separate KernelSHAP that's harder to audit under ADR 0004.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Deterministic predict composes with the circuit breaker; transformers' stateful decoding would not.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Frontend — TypeScript + React + Vite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Single URL with realtime interactivity (live prediction, Phoebe journey). Zod validates JSON at the boundary.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Contracts — Protobuf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Wire stability across Rust ↔ Python; codegen per language; CI parity test guards drift.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Data layer — Dataform on BigQuery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Same primitives as dbt; one less tool the client must install. Type-safe ref()s give us the dependency graph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Identity — Workload Identity Federation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GitHub OIDC federates into GCP. No long-lived service-account keys to rotate or leak.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Per-service service accounts; every IAM grant in Terraform — reviewable in git, not in the console.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Runtime — Cloud Run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Request-driven autoscaling; min=1 keeps demo warm at ~£3–5/day; ramps under load without paging us.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F52"/>
                </a:solidFill>
                <a:latin typeface="Calibri"/>
              </a:rPr>
              <a:t>Considered GKE — overkill for a stateless CPU-bound service; we'd pay cluster overhead we don't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Bounds → flat-tCPA fallback on every prediction.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Circuit breaker on the model endpoint; auto-recover when healthy.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Anomaly window on null-rates flips a single kill-switch flag — no redeploy.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Per-call timeouts on model + warehouse — no request hangs.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Cloud Logging + Trace + Monitoring out of the box.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Six alert policies: latency p95, 5xx rate, breaker trips, anomaly state, per-segment MAE drift &gt; 25% W-o-W, coverage drop &gt; 10pp W-o-W.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Service-level objective: 99.5% availability on /v1/score, 30-day rolling.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Security +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Per-service service accounts; least-privilege IAM in Terraform — every grant is reviewable in git.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Workload Identity Federation — no long-lived secrets in CI.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Secret Manager with versioning; rotation is a runbooked one-liner.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ADR 0004 — bid-optimisation boundary: no customer identifiers in; no output reaches anything that affects customer terms.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ADR 0005 — GA4 / Phoebe PII boundary: hashed user_pseudo_id only; raw user_id and PII params stripped at the staging view.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Tag-push CI → CD → smoke; rollback is a Vertex traffic-split.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Runbooks committed: breaker reset, model rollback, secret rotation, coverage audit, BQ schema migration, endpoint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Three feeds, one model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Click stream (CM360, CC schema): product_type, card_product_id, query_intent, affinity_score, prior_applicant, income_band_bucket, rpc_14d/60d.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Sales ledger: multi-stage events (application_started → submitted → approved → activated → first_spend → chargeback) with revenue, margin_rate (profit-ready), card_product_id, currency.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GA4 / Phoebe: per-cookie 30-day rollup — calculator_used, guides_read, cards_compared, session_engagement_s. Joined at training; looked up at serving.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Label and reconciliation window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Sum-of-rewards over a 90-day window (ADR 0003 — fits the CC consideration tail). Profit-ready label: SUM(revenue × COALESCE(margin_rate, 1.0)).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Training and 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Vertex AI Pipelines run from the same monorepo — reproducible from a commit. Every version in the Vertex Model Registry.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Canary 10% → 50% over 48h → 100%. Active-versions panel shows the share and rolling MAE side-by-side.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F6E7A"/>
                </a:solidFill>
                <a:latin typeface="Calibri"/>
              </a:rPr>
              <a:t>Drift, four ways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Inputs (PSI per feature); outputs (residuals_daily); per-segment MAE (product × device × geo); coverage drop W-o-W per slice.</a:t>
            </a:r>
          </a:p>
          <a:p>
            <a:pPr>
              <a:lnSpc>
                <a:spcPct val="120000"/>
              </a:lnSpc>
            </a:pPr>
            <a:r>
              <a:rPr sz="900" b="0" i="1">
                <a:solidFill>
                  <a:srgbClr val="6B7380"/>
                </a:solidFill>
                <a:latin typeface="Calibri"/>
              </a:rPr>
              <a:t>Today's model is trained on synthetic data mirroring the CC schema. First work item once OQ-11 (GA4 access) and the data contract land is retrain on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CUTOVER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70332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Platform &amp;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CC schema end-to-end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Phoebe features wired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Demo dashboard live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Drift + coverage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188720"/>
            <a:ext cx="370332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PENDING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GA4 access (OQ-11)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Sample data export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v1 on 50%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188720"/>
            <a:ext cx="370332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Cutover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END-AUGUST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v2 on 80%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Rollback rehearsed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ADR 0004 / 0005 sign-off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Handover to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1208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6B7380"/>
                </a:solidFill>
                <a:latin typeface="Calibri"/>
              </a:rPr>
              <a:t>Timeline measured from data-sample arrival, not kickoff. Phase 2 starts the day GA4 access + a sample data export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 b="1" i="0">
                <a:solidFill>
                  <a:srgbClr val="0F6E7A"/>
                </a:solidFill>
                <a:latin typeface="Calibri"/>
              </a:rPr>
              <a:t>Five decisions — in priority order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OQ-11 · GA4 access. Read on the Credit Cards analytics_&lt;property&gt; BigQuery export. Critical-path: every week this slides is a week off the cutover.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OQ-12 · GA4 event taxonomy. Confirm which event_name values map to 'calculator used', 'guide read', 'card compare'. One working session.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OQ-13 · Click → cookie join key. Server-side CM360+GA4 merge, first-party cookie pass-through, or no-join. Decides whether Phoebe lifts the live model.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OQ-1 · GCP project. Client's own, or a namespaced env in our msm-rpc project — the deploy-client-cc CD job is wired and gated on the decision.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Compliance sign-off on ADRs 0004 (FCA boundary) and 0005 (GA4 PII). Two named contacts: one data owner + one engineering lead.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 b="1" i="0">
                <a:solidFill>
                  <a:srgbClr val="0F6E7A"/>
                </a:solidFill>
                <a:latin typeface="Calibri"/>
              </a:rPr>
              <a:t>What you also get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The Car Insurance failure summary from Ryan refines the 'designed against' tile from speculation to confirmed mitigations.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 b="1" i="0">
                <a:solidFill>
                  <a:srgbClr val="0F6E7A"/>
                </a:solidFill>
                <a:latin typeface="Calibri"/>
              </a:rPr>
              <a:t>What you get at the end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A production service on your data, with your on-call team in the cockpit and a signed handover by end-August 2026.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— Credit Cards MVP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