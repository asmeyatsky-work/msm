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164592"/>
          </a:xfrm>
          <a:prstGeom prst="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Calibri"/>
              </a:rPr>
              <a:t>Predictive RPC Estimator</a:t>
            </a:r>
          </a:p>
          <a:p>
            <a:r>
              <a:rPr sz="2400" b="0">
                <a:solidFill>
                  <a:srgbClr val="F4F6FA"/>
                </a:solidFill>
                <a:latin typeface="Calibri"/>
              </a:rPr>
              <a:t>Searce reference build — end-to-end on Google Cloud</a:t>
            </a:r>
          </a:p>
          <a:p>
            <a:pPr>
              <a:spcBef>
                <a:spcPts val="3600"/>
              </a:spcBef>
            </a:pPr>
            <a:r>
              <a:rPr sz="1800" b="0">
                <a:solidFill>
                  <a:srgbClr val="F4F6FA"/>
                </a:solidFill>
                <a:latin typeface="Calibri"/>
              </a:rPr>
              <a:t>Live demo:  </a:t>
            </a:r>
            <a:r>
              <a:rPr sz="1800" b="1">
                <a:solidFill>
                  <a:srgbClr val="D97306"/>
                </a:solidFill>
                <a:latin typeface="Menlo"/>
              </a:rPr>
              <a:t>https://scoring-api-staging-ifcjcfl7xa-nw.a.run.app</a:t>
            </a:r>
          </a:p>
          <a:p>
            <a:r>
              <a:rPr sz="1400" b="0">
                <a:solidFill>
                  <a:srgbClr val="F4F6FA"/>
                </a:solidFill>
                <a:latin typeface="Calibri"/>
              </a:rPr>
              <a:t>Built 2026-04   |   GCP project msm-rpc / europe-west2   |   tag v0.1.8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6E7A"/>
                </a:solidFill>
                <a:latin typeface="Calibri"/>
              </a:rPr>
              <a:t>What this is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33F52"/>
                </a:solidFill>
                <a:latin typeface="Calibri"/>
              </a:rPr>
              <a:t>A working, end-to-end implementation of the Predictive RPC Estimator architecture from the PRD, deployed as a single Searce-internal reference environment on GCP. Every component is real (no mocks): live Vertex AI XGBoost endpoint, Cloud Run services, BigQuery analytics, Pub/Sub event flow, Cloud Monitoring alerts.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6E7A"/>
                </a:solidFill>
                <a:latin typeface="Calibri"/>
              </a:rPr>
              <a:t>Why we built it</a:t>
            </a:r>
          </a:p>
          <a:p>
            <a:pPr>
              <a:lnSpc>
                <a:spcPct val="115000"/>
              </a:lnSpc>
            </a:pPr>
            <a:r>
              <a:rPr sz="1400" b="0">
                <a:solidFill>
                  <a:srgbClr val="333F52"/>
                </a:solidFill>
                <a:latin typeface="Calibri"/>
              </a:rPr>
              <a:t>To prove the architecture works as a single unit before quoting client deployment. The SOW for the client environment is built on the empirical numbers and integration patterns captured here — not on theoretical estimates.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800" b="1">
                <a:solidFill>
                  <a:srgbClr val="0F6E7A"/>
                </a:solidFill>
                <a:latin typeface="Calibri"/>
              </a:rPr>
              <a:t>Status (2026-04-28)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All four Cloud Run services live; scoring-api serves real model + real explanations.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Vertex AI XGBoost model trained, registered with explanationSpec, deployed.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Predictions land in BigQuery via Pub/Sub→BQ subscription (verified end-to-end).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Four Cloud Monitoring alert policies wired to a verified email channel.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CI/CD via GitHub Actions + Workload Identity Federation; no long-lived keys.</a:t>
            </a:r>
          </a:p>
          <a:p>
            <a:pPr>
              <a:lnSpc>
                <a:spcPct val="115000"/>
              </a:lnSpc>
            </a:pPr>
            <a:r>
              <a:rPr sz="1400" b="1">
                <a:solidFill>
                  <a:srgbClr val="D97306"/>
                </a:solidFill>
                <a:latin typeface="Calibri"/>
              </a:rPr>
              <a:t>•  </a:t>
            </a:r>
            <a:r>
              <a:rPr sz="1400" b="0">
                <a:solidFill>
                  <a:srgbClr val="333F52"/>
                </a:solidFill>
                <a:latin typeface="Calibri"/>
              </a:rPr>
              <a:t>Empirical load profile captured for SOW prod sizing.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End-to-end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11064240" cy="54864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Client (sGTM / Browser) → POST /v1/score, /v1/explain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1064240" cy="640080"/>
          </a:xfrm>
          <a:prstGeom prst="round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 Run · scoring-api  (Rust · Axum · WIF SA)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2743200" cy="1463040"/>
          </a:xfrm>
          <a:prstGeom prst="round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Vertex AI Endpoint
XGBoost @ explanationSpec
(:predict / :explain)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651760"/>
            <a:ext cx="2743200" cy="1463040"/>
          </a:xfrm>
          <a:prstGeom prst="round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Pub/Sub
rpc-predictions
rpc-audit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651760"/>
            <a:ext cx="2743200" cy="1463040"/>
          </a:xfrm>
          <a:prstGeom prst="round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Secret Manager
rpc-runtime-config
vertex-endpoint-url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651760"/>
            <a:ext cx="2286000" cy="1463040"/>
          </a:xfrm>
          <a:prstGeom prst="roundRect">
            <a:avLst/>
          </a:prstGeom>
          <a:solidFill>
            <a:srgbClr val="333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BigQuery
sales_ledger
(breaker fallback)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4572000" cy="640080"/>
          </a:xfrm>
          <a:prstGeom prst="round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BigQuery rpc_predictions_raw  →  reconciliation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297680"/>
            <a:ext cx="3200400" cy="640080"/>
          </a:xfrm>
          <a:prstGeom prst="round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breaker-automation Cloud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297680"/>
            <a:ext cx="2926080" cy="640080"/>
          </a:xfrm>
          <a:prstGeom prst="roundRect">
            <a:avLst/>
          </a:prstGeom>
          <a:solidFill>
            <a:srgbClr val="0F6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activation Cloud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7315200" cy="64008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 Monitoring · 4 alert policies → email channel (verified)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5120640"/>
            <a:ext cx="3566160" cy="640080"/>
          </a:xfrm>
          <a:prstGeom prst="roundRect">
            <a:avLst/>
          </a:prstGeom>
          <a:solidFill>
            <a:srgbClr val="D973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GitHub Actions CD (WIF · tag-driven)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B7380"/>
                </a:solidFill>
                <a:latin typeface="Calibri"/>
              </a:rPr>
              <a:t>Single GCP project (msm-rpc, europe-west2). No mocks; every arrow above is a live RPC. min_instances=1 — single replica per service for cost discipline.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Live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206240"/>
                <a:gridCol w="5577840"/>
              </a:tblGrid>
              <a:tr h="365760"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Resource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scoring-api-staging (Cloud Run, Rust)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POST /v1/score, /v1/explain — request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reconciliation-staging (Cloud Run)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Backfill predicted vs actual revenue from sales_ledger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activation-staging (Cloud Run)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Push approved scores to sGTM / activation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Compute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breaker-automation-staging (Cloud Run)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Subscribes rpc-anomaly → flips kill switch in Secret Manager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Vertex AI Endpoint 4471390533746425856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Online predict/explain on XGBoost rpc-estimator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ML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Vertex AI Model 6679238469622956032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Trained on rpc_training_rows; sampled-shapley path=10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BigQuery rpc_estimator_staging 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8 tables/views — sales_ledger, rpc_predictions,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Event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Pub/Sub rpc-predictions / -audit / -clicks / -anomaly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Decoupled fan-in / fan-out for guardrails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Secret Manager: rpc-runtime-config, vertex-endpoint-url, ssgtm-api-key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Kill switch + per-env config without redeploy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Workload Identity Federation pool github-staging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Keyless GH Actions → ci-deployer-staging SA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4 google_monitoring_alert_policy + email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p95, 5xx, breaker, BQ-sub backlog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Request path — what happens on a /v1/score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Domain-first construction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Request body is parsed into ClickFeatures via try_new — invalid inputs reject before any I/O (PRD §4).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Guardrails evaluated in order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Kill switch — if rpc-runtime-config.kill = true, return tCPA fallback immediately.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Canary sampler — hash(click_id) decides if click is in canary band; out-of-canary skips the model.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Circuit breaker — if Open and within cool-off, skip to data-layer fallback.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Concurrent external calls (timeout-bounded)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Vertex :predict (model_timeout_ms) and Vertex CLV (clv_timeout) run via tokio::join!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Optional Feature Store enrichment with its own short timeout — degrades silently.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Post-call invariants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Anomaly window records every model output; breached() trips the breaker.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PredictionBounds rejects out-of-band values in favor of tCPA (PRD §5).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Side effects (best-effort, surfaced as warn! on failure as of v0.1.8)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Pub/Sub publish to rpc-predictions → BQ subscription → rpc_predictions_raw.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Pub/Sub publish to rpc-audit (append-only).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ML model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Training (one-shot, ops/deploy_real_model.py)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Fetches msm-rpc.rpc_estimator_staging.rpc_training_rows view from BigQuery (5,000 rows, synthetic).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Trains XGBoost regressor (max_depth=6, n_estimators=400, learning_rate=0.05, hist tree method).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Saves model.bst to gs://msm-rpc-rpc-artifacts-staging/models/rpc-estimator/&lt;ts&gt;/.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Vertex AI registration — explanationSpec is mandatory (ADR 0002)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aiplatform.Model.upload with sampled-shapley parameters; path_count=10.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explanation_metadata.json declares 8 input features under one tensor with index_feature_mapping.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Online deploy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e2-standard-2 machine, min_replica_count=1 (Searce: cost discipline; client SOW will spec higher).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Scoring-api reads vertex-endpoint-url-staging secret; same URL serves :predict and :explain.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Inference output (live)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Menlo"/>
              </a:rPr>
              <a:t>{"click_id":"…","predicted_rpc":7.054,"source":"Model"}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Menlo"/>
              </a:rPr>
              <a:t>{"base_value":-4.115,"contributions":[["rpc_7d",8.55],["cerberus_score",3.11],…]}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Phase 2.3 (client-gated, not in this build)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Re-train @2 against real cm360_clicks once data contract signed and ingestion lands.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PRD §5 guardrails — all live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572000"/>
                <a:gridCol w="4480560"/>
              </a:tblGrid>
              <a:tr h="365760">
                <a:tc>
                  <a:txBody>
                    <a:bodyPr lIns="73152" tIns="36576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Guardrail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Behaviour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to demo it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Kill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Manual or breaker-driven flag in rpc-runtime-config secret. Forces tCPA fallback for every score within seconds.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Bump secret version → observe scores switch to source=KILL_SWITCH.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Anomaly window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Sliding/cumulative null-or-OOB rate; breach trips circuit breaker.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Send 50+ requests with extreme features → window breached → breaker opens.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Circuit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Closed → Open → HalfOpen state machine; cool-off in millis. Open state skips model entirely.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Force OPEN via anomaly → see source=FALLBACK_DATA_LAYER for cool-off duration.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Prediction bounds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PredictionBounds.try_new from runtime-config; OOB outputs rejected before publish.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Tighten bounds to {0.5, 2.0} via secret → high-rpc predictions take FALLBACK_TCPA path.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Canary sampler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Hash(click_id) gates entry — out-of-canary clicks skip the model deterministically.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Drop canary_bp to 5000 (50%) → ~half of distinct click_ids return FALLBACK_TCPA.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Reject-by-default constructors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ClickFeatures::try_new and Rpc::try_new enforce invariants; bad input never touches Vertex.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050" b="0">
                          <a:solidFill>
                            <a:srgbClr val="333F52"/>
                          </a:solidFill>
                          <a:latin typeface="Calibri"/>
                        </a:rPr>
                        <a:t>POST a malformed body → 4xx before any external RPC fires.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Observability &amp; security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Cloud Monitoring — wired and verified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scoring-api p95 latency &gt; threshold (5m). Threshold is var-driven (staging=1500ms, prod default=1500ms).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scoring-api 5xx rate &gt; 1% (5m).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scoring-api anomaly breaker tripped (any trip in 5m).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rpc-predictions BQ subscription backlog &gt; 10k undelivered messages.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Channel: email (verified). Confirmed end-to-end during this build by a real fire on 2026-04-28.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Application telemetry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Prometheus /metrics endpoint scraped by Cloud Monitoring Managed Service. http_requests_total, http_request_errors_total, http_request_duration_seconds summary by path/status.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Structured logs (tracing crate); sink-error visibility hardened in v0.1.8 — failures are now warn!, not silent.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Security &amp; supply chain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Workload Identity Federation: GitHub Actions assumes ci-deployer-staging via OIDC. No long-lived keys anywhere.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Per-service runtime SAs (scoring-api, activation, breaker-automation) with least-privilege bindings.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All runtime IAM grants codified in Terraform (main.tf + wif.tf) — reproducible from a fresh project.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Secret Manager for runtime config; lifecycle{ ignore_changes } so terraform never overwrites breaker writes.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CI: cargo build/test/clippy/fmt + python lint + proto parity + load-test smoke + e2e + SBOM (8 required checks).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Measured performance — load profile (staging)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333F52"/>
                </a:solidFill>
                <a:latin typeface="Calibri"/>
              </a:rPr>
              <a:t>30-second oha runs against the live staging URL, concurrency=10. Vertex XGBoost on e2-standard-2, scoring-api min=1. These are SOW inputs for client environment sizing.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0876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371600"/>
                <a:gridCol w="1280160"/>
                <a:gridCol w="2743200"/>
                <a:gridCol w="3017520"/>
              </a:tblGrid>
              <a:tr h="365760"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p50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p99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Errors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/v1/score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560-740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760-920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1.0-1.3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3-10% (autoscale gap on min=1)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Vertex round-trip dominates; XGBoost compute itself is ~few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/v1/explain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1.3-1.6 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1.8-2.9 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2.1-3.3 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&lt;2% (post timeout bump v0.1.7)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73152" tIns="36576" wrap="square"/>
                    <a:lstStyle/>
                    <a:p>
                      <a:r>
                        <a:rPr sz="1100" b="0">
                          <a:solidFill>
                            <a:srgbClr val="333F52"/>
                          </a:solidFill>
                          <a:latin typeface="Calibri"/>
                        </a:rPr>
                        <a:t>Sampled-shapley path=10 adds ~1s; intrinsic to algorithm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Implications for the client SOW (not for this Searce env)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>
                <a:solidFill>
                  <a:srgbClr val="333F52"/>
                </a:solidFill>
                <a:latin typeface="Calibri"/>
              </a:rPr>
              <a:t>Vertex machine size is the primary lever — n2-standard-4 typically halves p50.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>
                <a:solidFill>
                  <a:srgbClr val="333F52"/>
                </a:solidFill>
                <a:latin typeface="Calibri"/>
              </a:rPr>
              <a:t>Cloud Run min_instances ≥ 2 in production closes the 5xx autoscale gap observed at min=1.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>
                <a:solidFill>
                  <a:srgbClr val="333F52"/>
                </a:solidFill>
                <a:latin typeface="Calibri"/>
              </a:rPr>
              <a:t>Per-call timeouts must match the chosen Vertex sizing (currently model_timeout_ms=1500 staging-realistic).</a:t>
            </a:r>
          </a:p>
          <a:p>
            <a:pPr>
              <a:lnSpc>
                <a:spcPct val="115000"/>
              </a:lnSpc>
            </a:pPr>
            <a:r>
              <a:rPr sz="1200" b="1">
                <a:solidFill>
                  <a:srgbClr val="D97306"/>
                </a:solidFill>
                <a:latin typeface="Calibri"/>
              </a:rPr>
              <a:t>•  </a:t>
            </a:r>
            <a:r>
              <a:rPr sz="1200" b="0">
                <a:solidFill>
                  <a:srgbClr val="333F52"/>
                </a:solidFill>
                <a:latin typeface="Calibri"/>
              </a:rPr>
              <a:t>If sub-second explain is required, drop sampled-shapley path_count or compute attributions async.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Demo URL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https://scoring-api-staging-ifcjcfl7xa-nw.a.run.app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1. Health probe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curl https://scoring-api-staging-ifcjcfl7xa-nw.a.run.app/health   →   200 ok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2. Score a click — real Vertex prediction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curl -X POST -H "Content-Type: application/json" \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$URL/v1/score -d '{"click_id":"demo-1","correlation_id":"demo",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"device":"mobile","geo":"GB","hour_of_day":12,"query_intent":"high",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"ad_creative_id":"cr-1","cerberus_score":0.7,"rpc_7d":5.2,"rpc_14d":5.0,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"rpc_30d":4.8,"is_payday_week":true,"auction_pressure":0.6,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"landing_path":"/home","visits_prev_30d":1200}'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333F52"/>
                </a:solidFill>
                <a:latin typeface="Calibri"/>
              </a:rPr>
              <a:t>→ {"predicted_rpc":7.054,"source":"Model",…}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3. Explain — real per-feature attributions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curl -X POST … $URL/v1/explain -d &lt;same body&gt;</a:t>
            </a:r>
          </a:p>
          <a:p>
            <a:pPr>
              <a:lnSpc>
                <a:spcPct val="115000"/>
              </a:lnSpc>
            </a:pPr>
            <a:r>
              <a:rPr sz="1200" b="0">
                <a:solidFill>
                  <a:srgbClr val="333F52"/>
                </a:solidFill>
                <a:latin typeface="Calibri"/>
              </a:rPr>
              <a:t>→ {"base_value":-4.115,"contributions":[["rpc_7d",8.55],["cerberus_score",3.11],…]}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4. Verify the prediction landed in BigQuery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bq query 'SELECT * FROM `msm-rpc.rpc_estimator_staging.rpc_predictions_raw`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          WHERE publish_time &gt; TIMESTAMP_SUB(CURRENT_TIMESTAMP(), INTERVAL 5 MINUTE)'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600" b="1">
                <a:solidFill>
                  <a:srgbClr val="0F6E7A"/>
                </a:solidFill>
                <a:latin typeface="Calibri"/>
              </a:rPr>
              <a:t>5. Inspect /metrics for live counters</a:t>
            </a:r>
          </a:p>
          <a:p>
            <a:pPr>
              <a:lnSpc>
                <a:spcPct val="115000"/>
              </a:lnSpc>
            </a:pPr>
            <a:r>
              <a:rPr sz="1000" b="0">
                <a:solidFill>
                  <a:srgbClr val="0B1F3A"/>
                </a:solidFill>
                <a:latin typeface="Menlo"/>
              </a:rPr>
              <a:t>curl $URL/metrics  |  grep http_requests_total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Build history &amp; most recent fixes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Foundations (prior sessions, through v0.1.5)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Domain + application + infrastructure crates with reject-by-default constructors and 95/85% coverage floors.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Five Cloud Run services + Vertex endpoint + BQ dataset + Pub/Sub topology + WIF + monitoring policies.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Synthetic data seed (5,000 clicks + 2,973 ledger rows) so the system exercises real Vertex without client data.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This session (v0.1.6 → v0.1.8, 2026-04-28)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v0.1.6 — VertexExplain parser fixed for the indexed-array response shape that Vertex actually returns when explanation_metadata uses index_feature_mapping. Live /v1/explain went from empty contributions → real attributions.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v0.1.7 — Bumped explain client + outer timeouts 1500 → 3000 ms. /v1/explain success rate 78.9% → 98.2%. Parameterized the p95 alert threshold; ran first empirical load profile.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v0.1.8 — Granted scoring-api SA roles/pubsub.publisher on rpc-predictions and rpc-audit (was missing since launch). Replaced silent let _ = on sink calls with warn! — the bare let _ pattern had hidden the missing IAM since deploy.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Operational outputs created today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Cloud Monitoring email notification channel created and verified — alerting now delivers.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Load profile JSONs checked in under ops/perf/ for SOW input.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Memory + project documents updated with empirical numbers, scope rules, and the fix history.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64592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From this demo to the client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What this Searce build proves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The architecture works as a single unit on real GCP — every component, every guardrail, every contract.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We have empirical p50/p95/p99 numbers, not estimates, to drive client sizing conversations.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We have a reproducible Terraform/CI-CD path that can be re-pointed at the client project unchanged.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Scope explicitly out of this Searce build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No prod-grade Vertex sizing on Searce; that is a client-environment decision driven by their traffic.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No real client data — synthetic seed only. Phase 2.3 retrain is gated on data contract sign-off.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No multi-region / DR — single europe-west2 deployment for cost; client SLOs may require more.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What the SOW will cover for the client environment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Vertex sizing (n2-standard-4 baseline) + Cloud Run min_instances + per-call timeouts re-calibrated to that machine.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Real ingestion: cm360_clicks Pub/Sub publisher identity + sales_ledger BigQuery transfer config.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Phase 2.3: re-train against real data, register @2, traffic-split 10% → 100% with the breaker watching.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D97306"/>
                </a:solidFill>
                <a:latin typeface="Calibri"/>
              </a:rPr>
              <a:t>•  </a:t>
            </a:r>
            <a:r>
              <a:rPr sz="1300" b="0">
                <a:solidFill>
                  <a:srgbClr val="333F52"/>
                </a:solidFill>
                <a:latin typeface="Calibri"/>
              </a:rPr>
              <a:t>Optional: SLOs + budget alerts, per-region replication, custom KMS keys, VPC-SC perimeter.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0F6E7A"/>
                </a:solidFill>
                <a:latin typeface="Calibri"/>
              </a:rPr>
              <a:t>Demo link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0B1F3A"/>
                </a:solidFill>
                <a:latin typeface="Menlo"/>
              </a:rPr>
              <a:t>https://scoring-api-staging-ifcjcfl7xa-nw.a.run.app</a:t>
            </a:r>
          </a:p>
          <a:p>
            <a:pPr>
              <a:lnSpc>
                <a:spcPct val="115000"/>
              </a:lnSpc>
            </a:pPr>
            <a:r>
              <a:rPr sz="1300" b="0">
                <a:solidFill>
                  <a:srgbClr val="333F52"/>
                </a:solidFill>
                <a:latin typeface="Calibri"/>
              </a:rPr>
              <a:t>Repo: https://github.com/asmeyatsky-work/msm   ·   Tag: v0.1.8   ·   GCP project: msm-rpc / europe-west2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/>
            <a:r>
              <a:rPr sz="1000" b="0">
                <a:solidFill>
                  <a:srgbClr val="6B7380"/>
                </a:solidFill>
                <a:latin typeface="Calibri"/>
              </a:rPr>
              <a:t>Predictive RPC Estimator — Searce reference build   |   https://scoring-api-staging-ifcjcfl7xa-nw.a.run.app   |  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